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147472835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3"/>
  </p:normalViewPr>
  <p:slideViewPr>
    <p:cSldViewPr snapToGrid="0" snapToObjects="1">
      <p:cViewPr varScale="1">
        <p:scale>
          <a:sx n="116" d="100"/>
          <a:sy n="116" d="100"/>
        </p:scale>
        <p:origin x="544" y="4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60D080-05B7-714C-85B1-3A50E05C0C8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9B116B-03C7-E044-B44C-E435BA19A1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5967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CBA8C-B68B-60C1-1765-0A270F6E3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AA8050-29F3-8189-F7E1-F284D4C52B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EBA8EF-7C20-F0F4-7F1F-67CDD0AF2A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Future potential includes AJO and Adobe Campaign integration for multilingual emails, enhanced RAG with domain-specific compliance, and culture-aware A/B testing across markets.</a:t>
            </a:r>
          </a:p>
          <a:p>
            <a:endParaRPr lang="en-I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Thank you!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0E3E14-26A8-8DE2-7507-4E3CEACAE9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F2277D-4E65-471B-8FDC-312617F5EA8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322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Title: Adobe Marketing Clo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D2D5F9C8-6C5B-4F2B-99BF-54F187A0AC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349" y="1371644"/>
            <a:ext cx="10921064" cy="677108"/>
          </a:xfrm>
        </p:spPr>
        <p:txBody>
          <a:bodyPr wrap="square" lIns="0" tIns="0" rIns="0" bIns="0">
            <a:spAutoFit/>
          </a:bodyPr>
          <a:lstStyle>
            <a:lvl1pPr>
              <a:defRPr>
                <a:solidFill>
                  <a:schemeClr val="bg1"/>
                </a:solidFill>
                <a:latin typeface="Adobe Clean Light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0B31D6AB-5031-4ED1-99F4-F87633ECCE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349" y="1990491"/>
            <a:ext cx="10921064" cy="328295"/>
          </a:xfrm>
        </p:spPr>
        <p:txBody>
          <a:bodyPr wrap="square" lIns="0" tIns="0" rIns="0" bIns="0">
            <a:spAutoFit/>
          </a:bodyPr>
          <a:lstStyle>
            <a:lvl1pPr marL="0" indent="0" algn="l">
              <a:buNone/>
              <a:defRPr sz="2100">
                <a:solidFill>
                  <a:schemeClr val="bg1">
                    <a:lumMod val="75000"/>
                  </a:schemeClr>
                </a:solidFill>
              </a:defRPr>
            </a:lvl1pPr>
            <a:lvl2pPr marL="5441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882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324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765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207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64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090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5316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141543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1EC1B-45C2-FED2-38E5-8855839D9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8CE093-1E6C-4B12-8DB8-8A4671BB4E7F}"/>
              </a:ext>
            </a:extLst>
          </p:cNvPr>
          <p:cNvSpPr txBox="1">
            <a:spLocks/>
          </p:cNvSpPr>
          <p:nvPr/>
        </p:nvSpPr>
        <p:spPr>
          <a:xfrm>
            <a:off x="518670" y="375698"/>
            <a:ext cx="10182304" cy="49244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1088291" rtl="0" eaLnBrk="1" latinLnBrk="0" hangingPunct="1">
              <a:spcBef>
                <a:spcPct val="0"/>
              </a:spcBef>
              <a:buNone/>
              <a:defRPr sz="3200" b="0" i="0" u="none" kern="1200">
                <a:solidFill>
                  <a:schemeClr val="bg1"/>
                </a:solidFill>
                <a:latin typeface="Adobe Clean Light" pitchFamily="34" charset="0"/>
                <a:ea typeface="+mj-ea"/>
                <a:cs typeface="+mj-cs"/>
              </a:defRPr>
            </a:lvl1pPr>
          </a:lstStyle>
          <a:p>
            <a:r>
              <a:rPr lang="en-US" b="1" dirty="0">
                <a:solidFill>
                  <a:srgbClr val="E41000"/>
                </a:solidFill>
                <a:latin typeface="Adobe Clean" panose="020B0503020404020204" pitchFamily="34" charset="0"/>
              </a:rPr>
              <a:t>Future Potential Scalability</a:t>
            </a:r>
          </a:p>
        </p:txBody>
      </p:sp>
      <p:sp>
        <p:nvSpPr>
          <p:cNvPr id="7" name="Thread">
            <a:extLst>
              <a:ext uri="{FF2B5EF4-FFF2-40B4-BE49-F238E27FC236}">
                <a16:creationId xmlns:a16="http://schemas.microsoft.com/office/drawing/2014/main" id="{048AE4CD-6C9C-E98D-3D5C-475BE630F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1" y="895"/>
            <a:ext cx="110170" cy="6856213"/>
          </a:xfrm>
          <a:prstGeom prst="rect">
            <a:avLst/>
          </a:prstGeom>
          <a:solidFill>
            <a:srgbClr val="EB100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08" tIns="45708" rIns="45708" bIns="45708" rtlCol="0" anchor="ctr"/>
          <a:lstStyle/>
          <a:p>
            <a:pPr>
              <a:spcBef>
                <a:spcPts val="1200"/>
              </a:spcBef>
            </a:pP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E177BA-A9EA-C975-E05C-620E214EC6F2}"/>
              </a:ext>
            </a:extLst>
          </p:cNvPr>
          <p:cNvSpPr/>
          <p:nvPr/>
        </p:nvSpPr>
        <p:spPr>
          <a:xfrm>
            <a:off x="10681781" y="2"/>
            <a:ext cx="1163977" cy="10573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opyright">
            <a:extLst>
              <a:ext uri="{FF2B5EF4-FFF2-40B4-BE49-F238E27FC236}">
                <a16:creationId xmlns:a16="http://schemas.microsoft.com/office/drawing/2014/main" id="{B69E8D9A-0064-4B1E-B323-FED85975A1B2}"/>
              </a:ext>
            </a:extLst>
          </p:cNvPr>
          <p:cNvSpPr txBox="1"/>
          <p:nvPr/>
        </p:nvSpPr>
        <p:spPr>
          <a:xfrm>
            <a:off x="8752396" y="6583682"/>
            <a:ext cx="2828576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 defTabSz="914126">
              <a:defRPr/>
            </a:pPr>
            <a:r>
              <a:rPr lang="en-US" sz="900" dirty="0">
                <a:solidFill>
                  <a:schemeClr val="bg1"/>
                </a:solidFill>
                <a:latin typeface="Adobe Clean" panose="020B0503020404020204" pitchFamily="34" charset="0"/>
              </a:rPr>
              <a:t>© 2025 Adobe. All Rights Reserved. Adobe Confidential.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550A39-AA6B-7299-B7B5-9668FBED745F}"/>
              </a:ext>
            </a:extLst>
          </p:cNvPr>
          <p:cNvSpPr txBox="1"/>
          <p:nvPr/>
        </p:nvSpPr>
        <p:spPr>
          <a:xfrm>
            <a:off x="649995" y="1608463"/>
            <a:ext cx="99041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asdsad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9827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46</Words>
  <Application>Microsoft Macintosh PowerPoint</Application>
  <PresentationFormat>Widescreen</PresentationFormat>
  <Paragraphs>7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Adobe Clean</vt:lpstr>
      <vt:lpstr>Adobe Clean Light</vt:lpstr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Himanshu Phulara</cp:lastModifiedBy>
  <cp:revision>5</cp:revision>
  <dcterms:created xsi:type="dcterms:W3CDTF">2013-01-27T09:14:16Z</dcterms:created>
  <dcterms:modified xsi:type="dcterms:W3CDTF">2026-03-23T15:49:26Z</dcterms:modified>
  <cp:category/>
</cp:coreProperties>
</file>